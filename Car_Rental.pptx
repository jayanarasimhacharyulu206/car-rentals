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2"/>
    <p:sldId id="258" r:id="rId3"/>
    <p:sldId id="259" r:id="rId4"/>
    <p:sldId id="260" r:id="rId5"/>
    <p:sldId id="261" r:id="rId6"/>
    <p:sldId id="268" r:id="rId7"/>
    <p:sldId id="263" r:id="rId8"/>
    <p:sldId id="267" r:id="rId9"/>
    <p:sldId id="265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arasimha charyulu Agamam" userId="4e5171daa5a31f28" providerId="LiveId" clId="{EC6D1B74-5F6D-4407-B503-5245067B426C}"/>
    <pc:docChg chg="undo custSel addSld delSld modSld">
      <pc:chgData name="Jayanarasimha charyulu Agamam" userId="4e5171daa5a31f28" providerId="LiveId" clId="{EC6D1B74-5F6D-4407-B503-5245067B426C}" dt="2026-07-31T16:46:33.367" v="863" actId="20577"/>
      <pc:docMkLst>
        <pc:docMk/>
      </pc:docMkLst>
      <pc:sldChg chg="modSp mod">
        <pc:chgData name="Jayanarasimha charyulu Agamam" userId="4e5171daa5a31f28" providerId="LiveId" clId="{EC6D1B74-5F6D-4407-B503-5245067B426C}" dt="2026-07-31T16:35:44.026" v="641" actId="1076"/>
        <pc:sldMkLst>
          <pc:docMk/>
          <pc:sldMk cId="3351886979" sldId="258"/>
        </pc:sldMkLst>
        <pc:spChg chg="mod">
          <ac:chgData name="Jayanarasimha charyulu Agamam" userId="4e5171daa5a31f28" providerId="LiveId" clId="{EC6D1B74-5F6D-4407-B503-5245067B426C}" dt="2026-07-31T16:35:32.904" v="640" actId="1076"/>
          <ac:spMkLst>
            <pc:docMk/>
            <pc:sldMk cId="3351886979" sldId="258"/>
            <ac:spMk id="2" creationId="{F05FBDDA-0913-0596-E6B7-7A7226CBA6DA}"/>
          </ac:spMkLst>
        </pc:spChg>
        <pc:spChg chg="mod">
          <ac:chgData name="Jayanarasimha charyulu Agamam" userId="4e5171daa5a31f28" providerId="LiveId" clId="{EC6D1B74-5F6D-4407-B503-5245067B426C}" dt="2026-07-31T16:35:44.026" v="641" actId="1076"/>
          <ac:spMkLst>
            <pc:docMk/>
            <pc:sldMk cId="3351886979" sldId="258"/>
            <ac:spMk id="4" creationId="{98A65620-0C86-13D0-338D-4E546D01E684}"/>
          </ac:spMkLst>
        </pc:spChg>
      </pc:sldChg>
      <pc:sldChg chg="modSp mod">
        <pc:chgData name="Jayanarasimha charyulu Agamam" userId="4e5171daa5a31f28" providerId="LiveId" clId="{EC6D1B74-5F6D-4407-B503-5245067B426C}" dt="2026-07-31T16:34:47.474" v="637" actId="1076"/>
        <pc:sldMkLst>
          <pc:docMk/>
          <pc:sldMk cId="4225877112" sldId="259"/>
        </pc:sldMkLst>
        <pc:spChg chg="mod">
          <ac:chgData name="Jayanarasimha charyulu Agamam" userId="4e5171daa5a31f28" providerId="LiveId" clId="{EC6D1B74-5F6D-4407-B503-5245067B426C}" dt="2026-07-31T16:34:09.677" v="631" actId="1076"/>
          <ac:spMkLst>
            <pc:docMk/>
            <pc:sldMk cId="4225877112" sldId="259"/>
            <ac:spMk id="2" creationId="{4663A08B-EE16-1D6F-77BD-B3D2095E4547}"/>
          </ac:spMkLst>
        </pc:spChg>
        <pc:spChg chg="mod">
          <ac:chgData name="Jayanarasimha charyulu Agamam" userId="4e5171daa5a31f28" providerId="LiveId" clId="{EC6D1B74-5F6D-4407-B503-5245067B426C}" dt="2026-07-31T16:34:47.474" v="637" actId="1076"/>
          <ac:spMkLst>
            <pc:docMk/>
            <pc:sldMk cId="4225877112" sldId="259"/>
            <ac:spMk id="4" creationId="{79001AF7-C557-51B3-445C-7A00D4E4B933}"/>
          </ac:spMkLst>
        </pc:spChg>
      </pc:sldChg>
      <pc:sldChg chg="addSp delSp modSp mod">
        <pc:chgData name="Jayanarasimha charyulu Agamam" userId="4e5171daa5a31f28" providerId="LiveId" clId="{EC6D1B74-5F6D-4407-B503-5245067B426C}" dt="2026-07-31T16:33:53.501" v="629" actId="14100"/>
        <pc:sldMkLst>
          <pc:docMk/>
          <pc:sldMk cId="1955360235" sldId="260"/>
        </pc:sldMkLst>
        <pc:spChg chg="mod">
          <ac:chgData name="Jayanarasimha charyulu Agamam" userId="4e5171daa5a31f28" providerId="LiveId" clId="{EC6D1B74-5F6D-4407-B503-5245067B426C}" dt="2026-07-31T16:33:53.501" v="629" actId="14100"/>
          <ac:spMkLst>
            <pc:docMk/>
            <pc:sldMk cId="1955360235" sldId="260"/>
            <ac:spMk id="2" creationId="{9AEB6CD8-7F61-1047-F229-F07C9FF0C727}"/>
          </ac:spMkLst>
        </pc:spChg>
        <pc:spChg chg="add del mod">
          <ac:chgData name="Jayanarasimha charyulu Agamam" userId="4e5171daa5a31f28" providerId="LiveId" clId="{EC6D1B74-5F6D-4407-B503-5245067B426C}" dt="2026-07-31T15:57:00.326" v="86"/>
          <ac:spMkLst>
            <pc:docMk/>
            <pc:sldMk cId="1955360235" sldId="260"/>
            <ac:spMk id="5" creationId="{2D8787AE-97C6-A9EE-446F-18D81F7928C4}"/>
          </ac:spMkLst>
        </pc:spChg>
        <pc:spChg chg="add del mod">
          <ac:chgData name="Jayanarasimha charyulu Agamam" userId="4e5171daa5a31f28" providerId="LiveId" clId="{EC6D1B74-5F6D-4407-B503-5245067B426C}" dt="2026-07-31T15:57:43.794" v="140"/>
          <ac:spMkLst>
            <pc:docMk/>
            <pc:sldMk cId="1955360235" sldId="260"/>
            <ac:spMk id="8" creationId="{88D2C480-C6D6-FB4D-278C-A8DCDE5C1CFB}"/>
          </ac:spMkLst>
        </pc:spChg>
        <pc:spChg chg="add mod">
          <ac:chgData name="Jayanarasimha charyulu Agamam" userId="4e5171daa5a31f28" providerId="LiveId" clId="{EC6D1B74-5F6D-4407-B503-5245067B426C}" dt="2026-07-31T16:06:15.983" v="210" actId="1076"/>
          <ac:spMkLst>
            <pc:docMk/>
            <pc:sldMk cId="1955360235" sldId="260"/>
            <ac:spMk id="12" creationId="{E4AFA84C-4119-6A16-2F73-F58159355644}"/>
          </ac:spMkLst>
        </pc:spChg>
        <pc:spChg chg="add">
          <ac:chgData name="Jayanarasimha charyulu Agamam" userId="4e5171daa5a31f28" providerId="LiveId" clId="{EC6D1B74-5F6D-4407-B503-5245067B426C}" dt="2026-07-31T16:01:34.481" v="162"/>
          <ac:spMkLst>
            <pc:docMk/>
            <pc:sldMk cId="1955360235" sldId="260"/>
            <ac:spMk id="13" creationId="{24DBE256-0C6A-D95D-EF53-E4F34F5028A3}"/>
          </ac:spMkLst>
        </pc:spChg>
        <pc:spChg chg="add del mod">
          <ac:chgData name="Jayanarasimha charyulu Agamam" userId="4e5171daa5a31f28" providerId="LiveId" clId="{EC6D1B74-5F6D-4407-B503-5245067B426C}" dt="2026-07-31T16:02:05.092" v="170" actId="21"/>
          <ac:spMkLst>
            <pc:docMk/>
            <pc:sldMk cId="1955360235" sldId="260"/>
            <ac:spMk id="14" creationId="{2086000C-106E-BEAA-CE1C-984D42C8CECB}"/>
          </ac:spMkLst>
        </pc:spChg>
        <pc:spChg chg="add del">
          <ac:chgData name="Jayanarasimha charyulu Agamam" userId="4e5171daa5a31f28" providerId="LiveId" clId="{EC6D1B74-5F6D-4407-B503-5245067B426C}" dt="2026-07-31T16:03:26.621" v="191" actId="478"/>
          <ac:spMkLst>
            <pc:docMk/>
            <pc:sldMk cId="1955360235" sldId="260"/>
            <ac:spMk id="15" creationId="{F0004443-1E2C-6D4F-CB6B-A85B8F3BE449}"/>
          </ac:spMkLst>
        </pc:spChg>
        <pc:spChg chg="add mod">
          <ac:chgData name="Jayanarasimha charyulu Agamam" userId="4e5171daa5a31f28" providerId="LiveId" clId="{EC6D1B74-5F6D-4407-B503-5245067B426C}" dt="2026-07-31T16:14:59.841" v="364" actId="12"/>
          <ac:spMkLst>
            <pc:docMk/>
            <pc:sldMk cId="1955360235" sldId="260"/>
            <ac:spMk id="16" creationId="{A6341A24-1D86-BC73-8495-B03D4DE192EF}"/>
          </ac:spMkLst>
        </pc:spChg>
        <pc:graphicFrameChg chg="add mod">
          <ac:chgData name="Jayanarasimha charyulu Agamam" userId="4e5171daa5a31f28" providerId="LiveId" clId="{EC6D1B74-5F6D-4407-B503-5245067B426C}" dt="2026-07-31T15:56:10.758" v="54"/>
          <ac:graphicFrameMkLst>
            <pc:docMk/>
            <pc:sldMk cId="1955360235" sldId="260"/>
            <ac:graphicFrameMk id="3" creationId="{BC687A05-3241-8017-1E76-AB65865F8B99}"/>
          </ac:graphicFrameMkLst>
        </pc:graphicFrameChg>
        <pc:graphicFrameChg chg="add mod modGraphic">
          <ac:chgData name="Jayanarasimha charyulu Agamam" userId="4e5171daa5a31f28" providerId="LiveId" clId="{EC6D1B74-5F6D-4407-B503-5245067B426C}" dt="2026-07-31T15:56:41.174" v="82"/>
          <ac:graphicFrameMkLst>
            <pc:docMk/>
            <pc:sldMk cId="1955360235" sldId="260"/>
            <ac:graphicFrameMk id="4" creationId="{FCE0AB6C-C4BE-7CCF-3CD8-07C998E28EF8}"/>
          </ac:graphicFrameMkLst>
        </pc:graphicFrameChg>
        <pc:graphicFrameChg chg="add del mod">
          <ac:chgData name="Jayanarasimha charyulu Agamam" userId="4e5171daa5a31f28" providerId="LiveId" clId="{EC6D1B74-5F6D-4407-B503-5245067B426C}" dt="2026-07-31T15:57:31.845" v="137" actId="21"/>
          <ac:graphicFrameMkLst>
            <pc:docMk/>
            <pc:sldMk cId="1955360235" sldId="260"/>
            <ac:graphicFrameMk id="6" creationId="{343A0AB0-0871-A913-CD0B-EF6278BE50A6}"/>
          </ac:graphicFrameMkLst>
        </pc:graphicFrameChg>
        <pc:graphicFrameChg chg="add mod">
          <ac:chgData name="Jayanarasimha charyulu Agamam" userId="4e5171daa5a31f28" providerId="LiveId" clId="{EC6D1B74-5F6D-4407-B503-5245067B426C}" dt="2026-07-31T15:57:36.585" v="139"/>
          <ac:graphicFrameMkLst>
            <pc:docMk/>
            <pc:sldMk cId="1955360235" sldId="260"/>
            <ac:graphicFrameMk id="9" creationId="{343A0AB0-0871-A913-CD0B-EF6278BE50A6}"/>
          </ac:graphicFrameMkLst>
        </pc:graphicFrameChg>
        <pc:graphicFrameChg chg="add mod modGraphic">
          <ac:chgData name="Jayanarasimha charyulu Agamam" userId="4e5171daa5a31f28" providerId="LiveId" clId="{EC6D1B74-5F6D-4407-B503-5245067B426C}" dt="2026-07-31T16:06:07.560" v="209" actId="1076"/>
          <ac:graphicFrameMkLst>
            <pc:docMk/>
            <pc:sldMk cId="1955360235" sldId="260"/>
            <ac:graphicFrameMk id="10" creationId="{2D38ADDB-DE5C-ED37-ABCD-EA7015554305}"/>
          </ac:graphicFrameMkLst>
        </pc:graphicFrameChg>
      </pc:sldChg>
      <pc:sldChg chg="modSp mod">
        <pc:chgData name="Jayanarasimha charyulu Agamam" userId="4e5171daa5a31f28" providerId="LiveId" clId="{EC6D1B74-5F6D-4407-B503-5245067B426C}" dt="2026-07-31T16:27:50.376" v="577" actId="1076"/>
        <pc:sldMkLst>
          <pc:docMk/>
          <pc:sldMk cId="3373791452" sldId="261"/>
        </pc:sldMkLst>
        <pc:spChg chg="mod">
          <ac:chgData name="Jayanarasimha charyulu Agamam" userId="4e5171daa5a31f28" providerId="LiveId" clId="{EC6D1B74-5F6D-4407-B503-5245067B426C}" dt="2026-07-31T16:07:28.220" v="228" actId="120"/>
          <ac:spMkLst>
            <pc:docMk/>
            <pc:sldMk cId="3373791452" sldId="261"/>
            <ac:spMk id="2" creationId="{34A4AAE4-0335-9CDC-0D24-53ED98688BC9}"/>
          </ac:spMkLst>
        </pc:spChg>
        <pc:spChg chg="mod">
          <ac:chgData name="Jayanarasimha charyulu Agamam" userId="4e5171daa5a31f28" providerId="LiveId" clId="{EC6D1B74-5F6D-4407-B503-5245067B426C}" dt="2026-07-31T16:27:50.376" v="577" actId="1076"/>
          <ac:spMkLst>
            <pc:docMk/>
            <pc:sldMk cId="3373791452" sldId="261"/>
            <ac:spMk id="4" creationId="{F01C1EDB-0070-9810-8045-706F1F6396A3}"/>
          </ac:spMkLst>
        </pc:spChg>
      </pc:sldChg>
      <pc:sldChg chg="addSp delSp modSp del mod">
        <pc:chgData name="Jayanarasimha charyulu Agamam" userId="4e5171daa5a31f28" providerId="LiveId" clId="{EC6D1B74-5F6D-4407-B503-5245067B426C}" dt="2026-07-31T16:40:23.380" v="653" actId="47"/>
        <pc:sldMkLst>
          <pc:docMk/>
          <pc:sldMk cId="2143821833" sldId="262"/>
        </pc:sldMkLst>
        <pc:spChg chg="mod">
          <ac:chgData name="Jayanarasimha charyulu Agamam" userId="4e5171daa5a31f28" providerId="LiveId" clId="{EC6D1B74-5F6D-4407-B503-5245067B426C}" dt="2026-07-31T16:29:45.579" v="592" actId="1076"/>
          <ac:spMkLst>
            <pc:docMk/>
            <pc:sldMk cId="2143821833" sldId="262"/>
            <ac:spMk id="2" creationId="{498B72F8-AF9E-3C14-C3B6-34D7BC9DB30A}"/>
          </ac:spMkLst>
        </pc:spChg>
        <pc:spChg chg="add">
          <ac:chgData name="Jayanarasimha charyulu Agamam" userId="4e5171daa5a31f28" providerId="LiveId" clId="{EC6D1B74-5F6D-4407-B503-5245067B426C}" dt="2026-07-31T16:39:14.650" v="644"/>
          <ac:spMkLst>
            <pc:docMk/>
            <pc:sldMk cId="2143821833" sldId="262"/>
            <ac:spMk id="3" creationId="{F440FB12-CEDE-82FA-9975-59C16BD339BE}"/>
          </ac:spMkLst>
        </pc:spChg>
        <pc:spChg chg="add del mod">
          <ac:chgData name="Jayanarasimha charyulu Agamam" userId="4e5171daa5a31f28" providerId="LiveId" clId="{EC6D1B74-5F6D-4407-B503-5245067B426C}" dt="2026-07-31T16:40:19.154" v="652"/>
          <ac:spMkLst>
            <pc:docMk/>
            <pc:sldMk cId="2143821833" sldId="262"/>
            <ac:spMk id="4" creationId="{C6643834-1025-D89F-7AE3-0D1DA7A98B02}"/>
          </ac:spMkLst>
        </pc:spChg>
        <pc:spChg chg="add mod">
          <ac:chgData name="Jayanarasimha charyulu Agamam" userId="4e5171daa5a31f28" providerId="LiveId" clId="{EC6D1B74-5F6D-4407-B503-5245067B426C}" dt="2026-07-31T16:39:37.893" v="648"/>
          <ac:spMkLst>
            <pc:docMk/>
            <pc:sldMk cId="2143821833" sldId="262"/>
            <ac:spMk id="5" creationId="{5018A25C-CC6E-4497-96E8-1BB5552943B1}"/>
          </ac:spMkLst>
        </pc:spChg>
        <pc:spChg chg="add mod">
          <ac:chgData name="Jayanarasimha charyulu Agamam" userId="4e5171daa5a31f28" providerId="LiveId" clId="{EC6D1B74-5F6D-4407-B503-5245067B426C}" dt="2026-07-31T16:40:19.154" v="652"/>
          <ac:spMkLst>
            <pc:docMk/>
            <pc:sldMk cId="2143821833" sldId="262"/>
            <ac:spMk id="6" creationId="{B9BF11DB-13D0-F522-75C5-E71F8C382C85}"/>
          </ac:spMkLst>
        </pc:spChg>
      </pc:sldChg>
      <pc:sldChg chg="modSp mod">
        <pc:chgData name="Jayanarasimha charyulu Agamam" userId="4e5171daa5a31f28" providerId="LiveId" clId="{EC6D1B74-5F6D-4407-B503-5245067B426C}" dt="2026-07-31T16:30:24.986" v="595" actId="1076"/>
        <pc:sldMkLst>
          <pc:docMk/>
          <pc:sldMk cId="3317331651" sldId="263"/>
        </pc:sldMkLst>
        <pc:spChg chg="mod">
          <ac:chgData name="Jayanarasimha charyulu Agamam" userId="4e5171daa5a31f28" providerId="LiveId" clId="{EC6D1B74-5F6D-4407-B503-5245067B426C}" dt="2026-07-31T16:26:07.597" v="562" actId="120"/>
          <ac:spMkLst>
            <pc:docMk/>
            <pc:sldMk cId="3317331651" sldId="263"/>
            <ac:spMk id="2" creationId="{8C6D8808-7126-EEDB-6DF7-D7A2AC7186DC}"/>
          </ac:spMkLst>
        </pc:spChg>
        <pc:spChg chg="mod">
          <ac:chgData name="Jayanarasimha charyulu Agamam" userId="4e5171daa5a31f28" providerId="LiveId" clId="{EC6D1B74-5F6D-4407-B503-5245067B426C}" dt="2026-07-31T16:30:24.986" v="595" actId="1076"/>
          <ac:spMkLst>
            <pc:docMk/>
            <pc:sldMk cId="3317331651" sldId="263"/>
            <ac:spMk id="4" creationId="{1EF74EDA-FAEF-B701-AAF8-1388A47BE38B}"/>
          </ac:spMkLst>
        </pc:spChg>
      </pc:sldChg>
      <pc:sldChg chg="del">
        <pc:chgData name="Jayanarasimha charyulu Agamam" userId="4e5171daa5a31f28" providerId="LiveId" clId="{EC6D1B74-5F6D-4407-B503-5245067B426C}" dt="2026-07-31T16:30:34.380" v="596" actId="47"/>
        <pc:sldMkLst>
          <pc:docMk/>
          <pc:sldMk cId="1054263902" sldId="264"/>
        </pc:sldMkLst>
      </pc:sldChg>
      <pc:sldChg chg="modSp mod">
        <pc:chgData name="Jayanarasimha charyulu Agamam" userId="4e5171daa5a31f28" providerId="LiveId" clId="{EC6D1B74-5F6D-4407-B503-5245067B426C}" dt="2026-07-31T16:43:45.668" v="734" actId="20577"/>
        <pc:sldMkLst>
          <pc:docMk/>
          <pc:sldMk cId="2854108602" sldId="265"/>
        </pc:sldMkLst>
        <pc:spChg chg="mod">
          <ac:chgData name="Jayanarasimha charyulu Agamam" userId="4e5171daa5a31f28" providerId="LiveId" clId="{EC6D1B74-5F6D-4407-B503-5245067B426C}" dt="2026-07-31T16:43:07.282" v="686" actId="120"/>
          <ac:spMkLst>
            <pc:docMk/>
            <pc:sldMk cId="2854108602" sldId="265"/>
            <ac:spMk id="2" creationId="{6DC26F7D-1BAC-AEA2-9E6F-C1F14B64ED17}"/>
          </ac:spMkLst>
        </pc:spChg>
        <pc:spChg chg="mod">
          <ac:chgData name="Jayanarasimha charyulu Agamam" userId="4e5171daa5a31f28" providerId="LiveId" clId="{EC6D1B74-5F6D-4407-B503-5245067B426C}" dt="2026-07-31T16:43:45.668" v="734" actId="20577"/>
          <ac:spMkLst>
            <pc:docMk/>
            <pc:sldMk cId="2854108602" sldId="265"/>
            <ac:spMk id="4" creationId="{EA27493D-2F4C-0669-7AC8-F603E935CCD3}"/>
          </ac:spMkLst>
        </pc:spChg>
      </pc:sldChg>
      <pc:sldChg chg="addSp delSp modSp mod">
        <pc:chgData name="Jayanarasimha charyulu Agamam" userId="4e5171daa5a31f28" providerId="LiveId" clId="{EC6D1B74-5F6D-4407-B503-5245067B426C}" dt="2026-07-31T15:51:15.560" v="38" actId="20577"/>
        <pc:sldMkLst>
          <pc:docMk/>
          <pc:sldMk cId="1534968553" sldId="266"/>
        </pc:sldMkLst>
        <pc:spChg chg="mod">
          <ac:chgData name="Jayanarasimha charyulu Agamam" userId="4e5171daa5a31f28" providerId="LiveId" clId="{EC6D1B74-5F6D-4407-B503-5245067B426C}" dt="2026-07-31T15:51:15.560" v="38" actId="20577"/>
          <ac:spMkLst>
            <pc:docMk/>
            <pc:sldMk cId="1534968553" sldId="266"/>
            <ac:spMk id="2" creationId="{1DE79CDE-04CB-1558-4569-E55C235DF0EC}"/>
          </ac:spMkLst>
        </pc:spChg>
        <pc:picChg chg="del">
          <ac:chgData name="Jayanarasimha charyulu Agamam" userId="4e5171daa5a31f28" providerId="LiveId" clId="{EC6D1B74-5F6D-4407-B503-5245067B426C}" dt="2026-07-31T15:49:53.179" v="0" actId="21"/>
          <ac:picMkLst>
            <pc:docMk/>
            <pc:sldMk cId="1534968553" sldId="266"/>
            <ac:picMk id="5" creationId="{1D1C3179-7387-D98C-0160-AFCB05B148FA}"/>
          </ac:picMkLst>
        </pc:picChg>
        <pc:picChg chg="add del mod">
          <ac:chgData name="Jayanarasimha charyulu Agamam" userId="4e5171daa5a31f28" providerId="LiveId" clId="{EC6D1B74-5F6D-4407-B503-5245067B426C}" dt="2026-07-31T15:50:01.442" v="2" actId="21"/>
          <ac:picMkLst>
            <pc:docMk/>
            <pc:sldMk cId="1534968553" sldId="266"/>
            <ac:picMk id="6" creationId="{1D1C3179-7387-D98C-0160-AFCB05B148FA}"/>
          </ac:picMkLst>
        </pc:picChg>
        <pc:picChg chg="add mod">
          <ac:chgData name="Jayanarasimha charyulu Agamam" userId="4e5171daa5a31f28" providerId="LiveId" clId="{EC6D1B74-5F6D-4407-B503-5245067B426C}" dt="2026-07-31T15:50:38.084" v="10" actId="14100"/>
          <ac:picMkLst>
            <pc:docMk/>
            <pc:sldMk cId="1534968553" sldId="266"/>
            <ac:picMk id="1026" creationId="{37C0ED01-64D7-AC73-96F7-6779DBDD4C07}"/>
          </ac:picMkLst>
        </pc:picChg>
      </pc:sldChg>
      <pc:sldChg chg="modSp new mod">
        <pc:chgData name="Jayanarasimha charyulu Agamam" userId="4e5171daa5a31f28" providerId="LiveId" clId="{EC6D1B74-5F6D-4407-B503-5245067B426C}" dt="2026-07-31T16:33:13.086" v="626" actId="255"/>
        <pc:sldMkLst>
          <pc:docMk/>
          <pc:sldMk cId="3706381177" sldId="267"/>
        </pc:sldMkLst>
        <pc:spChg chg="mod">
          <ac:chgData name="Jayanarasimha charyulu Agamam" userId="4e5171daa5a31f28" providerId="LiveId" clId="{EC6D1B74-5F6D-4407-B503-5245067B426C}" dt="2026-07-31T16:33:13.086" v="626" actId="255"/>
          <ac:spMkLst>
            <pc:docMk/>
            <pc:sldMk cId="3706381177" sldId="267"/>
            <ac:spMk id="2" creationId="{9161B319-CDD7-37D0-CC89-6E2BBA299F7F}"/>
          </ac:spMkLst>
        </pc:spChg>
        <pc:spChg chg="mod">
          <ac:chgData name="Jayanarasimha charyulu Agamam" userId="4e5171daa5a31f28" providerId="LiveId" clId="{EC6D1B74-5F6D-4407-B503-5245067B426C}" dt="2026-07-31T16:32:59.799" v="624" actId="27636"/>
          <ac:spMkLst>
            <pc:docMk/>
            <pc:sldMk cId="3706381177" sldId="267"/>
            <ac:spMk id="3" creationId="{B982A84F-7FF6-9E65-F139-69C6EB4C7675}"/>
          </ac:spMkLst>
        </pc:spChg>
      </pc:sldChg>
      <pc:sldChg chg="addSp delSp modSp new mod">
        <pc:chgData name="Jayanarasimha charyulu Agamam" userId="4e5171daa5a31f28" providerId="LiveId" clId="{EC6D1B74-5F6D-4407-B503-5245067B426C}" dt="2026-07-31T16:41:25.236" v="680" actId="1076"/>
        <pc:sldMkLst>
          <pc:docMk/>
          <pc:sldMk cId="1112482323" sldId="268"/>
        </pc:sldMkLst>
        <pc:spChg chg="mod">
          <ac:chgData name="Jayanarasimha charyulu Agamam" userId="4e5171daa5a31f28" providerId="LiveId" clId="{EC6D1B74-5F6D-4407-B503-5245067B426C}" dt="2026-07-31T16:41:06.864" v="675" actId="14100"/>
          <ac:spMkLst>
            <pc:docMk/>
            <pc:sldMk cId="1112482323" sldId="268"/>
            <ac:spMk id="2" creationId="{77223F7B-F5DC-FB6B-6EB7-82BE65C24ACE}"/>
          </ac:spMkLst>
        </pc:spChg>
        <pc:spChg chg="del">
          <ac:chgData name="Jayanarasimha charyulu Agamam" userId="4e5171daa5a31f28" providerId="LiveId" clId="{EC6D1B74-5F6D-4407-B503-5245067B426C}" dt="2026-07-31T16:40:39.593" v="671"/>
          <ac:spMkLst>
            <pc:docMk/>
            <pc:sldMk cId="1112482323" sldId="268"/>
            <ac:spMk id="3" creationId="{B77009CC-9AA2-83B0-673F-7D8024D21AE9}"/>
          </ac:spMkLst>
        </pc:spChg>
        <pc:spChg chg="add mod">
          <ac:chgData name="Jayanarasimha charyulu Agamam" userId="4e5171daa5a31f28" providerId="LiveId" clId="{EC6D1B74-5F6D-4407-B503-5245067B426C}" dt="2026-07-31T16:41:25.236" v="680" actId="1076"/>
          <ac:spMkLst>
            <pc:docMk/>
            <pc:sldMk cId="1112482323" sldId="268"/>
            <ac:spMk id="4" creationId="{66B0DAA6-86E2-843F-32B1-712E5A926A46}"/>
          </ac:spMkLst>
        </pc:spChg>
      </pc:sldChg>
      <pc:sldChg chg="addSp delSp modSp new mod modClrScheme chgLayout">
        <pc:chgData name="Jayanarasimha charyulu Agamam" userId="4e5171daa5a31f28" providerId="LiveId" clId="{EC6D1B74-5F6D-4407-B503-5245067B426C}" dt="2026-07-31T16:46:33.367" v="863" actId="20577"/>
        <pc:sldMkLst>
          <pc:docMk/>
          <pc:sldMk cId="2162056789" sldId="269"/>
        </pc:sldMkLst>
        <pc:spChg chg="mod ord">
          <ac:chgData name="Jayanarasimha charyulu Agamam" userId="4e5171daa5a31f28" providerId="LiveId" clId="{EC6D1B74-5F6D-4407-B503-5245067B426C}" dt="2026-07-31T16:45:57.882" v="816" actId="700"/>
          <ac:spMkLst>
            <pc:docMk/>
            <pc:sldMk cId="2162056789" sldId="269"/>
            <ac:spMk id="2" creationId="{F2741A22-3905-6488-BACB-3AB88FCA7254}"/>
          </ac:spMkLst>
        </pc:spChg>
        <pc:spChg chg="del mod ord">
          <ac:chgData name="Jayanarasimha charyulu Agamam" userId="4e5171daa5a31f28" providerId="LiveId" clId="{EC6D1B74-5F6D-4407-B503-5245067B426C}" dt="2026-07-31T16:45:57.882" v="816" actId="700"/>
          <ac:spMkLst>
            <pc:docMk/>
            <pc:sldMk cId="2162056789" sldId="269"/>
            <ac:spMk id="3" creationId="{222FF9AA-0124-3ECB-3BDA-1A8C9FCB6CA7}"/>
          </ac:spMkLst>
        </pc:spChg>
        <pc:spChg chg="add mod ord">
          <ac:chgData name="Jayanarasimha charyulu Agamam" userId="4e5171daa5a31f28" providerId="LiveId" clId="{EC6D1B74-5F6D-4407-B503-5245067B426C}" dt="2026-07-31T16:46:33.367" v="863" actId="20577"/>
          <ac:spMkLst>
            <pc:docMk/>
            <pc:sldMk cId="2162056789" sldId="269"/>
            <ac:spMk id="4" creationId="{107C1AB7-E0DF-BB66-AC3E-54D20D9EC3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79CDE-04CB-1558-4569-E55C235D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766" y="2608084"/>
            <a:ext cx="8911687" cy="1069943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 Rental Management System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E752-A0BF-6CEC-A9C4-054D86B58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5265" y="3852421"/>
            <a:ext cx="4313864" cy="13433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Jayanarasimha Charyulu Agamam</a:t>
            </a:r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489E5-9052-8D51-4B27-A0FB83B29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37319" y="3852421"/>
            <a:ext cx="2650837" cy="10699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Trainer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Vineeth Sir</a:t>
            </a:r>
          </a:p>
          <a:p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Black luxury coupe parked beside a building">
            <a:extLst>
              <a:ext uri="{FF2B5EF4-FFF2-40B4-BE49-F238E27FC236}">
                <a16:creationId xmlns:a16="http://schemas.microsoft.com/office/drawing/2014/main" id="{37C0ED01-64D7-AC73-96F7-6779DBDD4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719" y="455627"/>
            <a:ext cx="2977217" cy="188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96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BDDA-0913-0596-E6B7-7A7226CB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59" y="685763"/>
            <a:ext cx="4005837" cy="888513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A65620-0C86-13D0-338D-4E546D01E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8387" y="1429002"/>
            <a:ext cx="799708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dirty="0"/>
              <a:t>The Car Rental Management System is a luxury car rental responsive website that allows users to explore available luxury vehicles, view rental services, learn about the company, and contact the service </a:t>
            </a:r>
            <a:r>
              <a:rPr lang="en-US" sz="2400" dirty="0" err="1"/>
              <a:t>provider.The</a:t>
            </a:r>
            <a:r>
              <a:rPr lang="en-US" sz="2400" dirty="0"/>
              <a:t> project focuses on providing a modern and user-friendly interface using only HTML and CSS without any backend technologies.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88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A08B-EE16-1D6F-77BD-B3D2095E4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86" y="647440"/>
            <a:ext cx="5037072" cy="871816"/>
          </a:xfrm>
        </p:spPr>
        <p:txBody>
          <a:bodyPr>
            <a:noAutofit/>
          </a:bodyPr>
          <a:lstStyle/>
          <a:p>
            <a:r>
              <a:rPr lang="en-US" dirty="0"/>
              <a:t>PROJECT OBJECTIVES</a:t>
            </a:r>
            <a:br>
              <a:rPr lang="en-US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001AF7-C557-51B3-445C-7A00D4E4B9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5386" y="1368133"/>
            <a:ext cx="825161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2400" dirty="0"/>
              <a:t>Create a professional luxury car rental website.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IN" sz="2400" dirty="0"/>
              <a:t>Design a responsive layout.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IN" sz="2400" dirty="0"/>
              <a:t>Improve user experience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IN" sz="2400" dirty="0"/>
              <a:t>Display rental services clearly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IN" sz="2400" dirty="0"/>
              <a:t>Organize information effectively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2400" dirty="0"/>
              <a:t>Learn HTML and CSS layout techniques.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87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6CD8-7F61-1047-F229-F07C9FF0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538" y="633536"/>
            <a:ext cx="5344443" cy="601499"/>
          </a:xfrm>
        </p:spPr>
        <p:txBody>
          <a:bodyPr>
            <a:noAutofit/>
          </a:bodyPr>
          <a:lstStyle/>
          <a:p>
            <a:r>
              <a:rPr lang="en-US" dirty="0"/>
              <a:t>TECHNOLOGIES USED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D38ADDB-DE5C-ED37-ABCD-EA7015554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312387"/>
              </p:ext>
            </p:extLst>
          </p:nvPr>
        </p:nvGraphicFramePr>
        <p:xfrm>
          <a:off x="1806788" y="1235035"/>
          <a:ext cx="8915400" cy="219456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2793881166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430132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159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HTML5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Page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863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CSS3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Styling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58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Flexbox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Layout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107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CSS Grid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Responsive Layout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459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Media Queries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Mobile Responsiveness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6045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4AFA84C-4119-6A16-2F73-F58159355644}"/>
              </a:ext>
            </a:extLst>
          </p:cNvPr>
          <p:cNvSpPr txBox="1"/>
          <p:nvPr/>
        </p:nvSpPr>
        <p:spPr>
          <a:xfrm>
            <a:off x="1612538" y="3625861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j-lt"/>
              </a:rPr>
              <a:t>FEATURES</a:t>
            </a:r>
            <a:endParaRPr lang="en-IN" sz="32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341A24-1D86-BC73-8495-B03D4DE192EF}"/>
              </a:ext>
            </a:extLst>
          </p:cNvPr>
          <p:cNvSpPr txBox="1"/>
          <p:nvPr/>
        </p:nvSpPr>
        <p:spPr>
          <a:xfrm>
            <a:off x="1806788" y="3918248"/>
            <a:ext cx="49145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Modern Landing Page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Responsive Navigation Bar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Car Fleet Showcase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About Company Section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Rental Services Page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Contact Information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Smooth Layout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/>
              <a:t>Attractive UI Components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360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4AAE4-0335-9CDC-0D24-53ED9868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583" y="671021"/>
            <a:ext cx="3629427" cy="752427"/>
          </a:xfrm>
        </p:spPr>
        <p:txBody>
          <a:bodyPr>
            <a:normAutofit/>
          </a:bodyPr>
          <a:lstStyle/>
          <a:p>
            <a:r>
              <a:rPr lang="en-US" dirty="0"/>
              <a:t>WEBSITE PAGES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1C1EDB-0070-9810-8045-706F1F639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66400" y="1220559"/>
            <a:ext cx="4078673" cy="5637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/>
              <a:t>Home Page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Welcome Banner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Hero Section </a:t>
            </a:r>
          </a:p>
          <a:p>
            <a:pPr marL="0" indent="0">
              <a:buNone/>
            </a:pPr>
            <a:r>
              <a:rPr lang="en-US" b="1" dirty="0"/>
              <a:t>Fleet Page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Available Cars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Vehicle Details </a:t>
            </a:r>
          </a:p>
          <a:p>
            <a:pPr marL="0" indent="0">
              <a:buNone/>
            </a:pPr>
            <a:r>
              <a:rPr lang="en-US" b="1" dirty="0"/>
              <a:t>Services Page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Rental Services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Customer Benefits </a:t>
            </a:r>
          </a:p>
          <a:p>
            <a:pPr marL="0" indent="0">
              <a:buNone/>
            </a:pPr>
            <a:r>
              <a:rPr lang="en-US" b="1" dirty="0"/>
              <a:t>About Page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Company Information </a:t>
            </a:r>
          </a:p>
          <a:p>
            <a:pPr marL="0" indent="0">
              <a:buNone/>
            </a:pPr>
            <a:r>
              <a:rPr lang="en-US" b="1" dirty="0"/>
              <a:t>Contact Page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Contact Details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Inquiry Section</a:t>
            </a:r>
          </a:p>
        </p:txBody>
      </p:sp>
    </p:spTree>
    <p:extLst>
      <p:ext uri="{BB962C8B-B14F-4D97-AF65-F5344CB8AC3E}">
        <p14:creationId xmlns:p14="http://schemas.microsoft.com/office/powerpoint/2010/main" val="337379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3F7B-F5DC-FB6B-6EB7-82BE65C2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42964"/>
            <a:ext cx="8911687" cy="686215"/>
          </a:xfrm>
        </p:spPr>
        <p:txBody>
          <a:bodyPr/>
          <a:lstStyle/>
          <a:p>
            <a:r>
              <a:rPr lang="en-US" dirty="0"/>
              <a:t>CHALLENGES FACED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B0DAA6-86E2-843F-32B1-712E5A926A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0156" y="1329179"/>
            <a:ext cx="930254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Developing a fully responsive design for desktop, tablet, and mobile devices.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Aligning webpage elements consistently using CSS Flexbox and Grid.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Creating an attractive and user-friendly interface with a modern layout.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Maintaining a consistent color scheme, typography, and overall design.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Optimizing images and website performance for faster loading.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and resolving layout compatibility issues across different web browsers. </a:t>
            </a:r>
          </a:p>
        </p:txBody>
      </p:sp>
    </p:spTree>
    <p:extLst>
      <p:ext uri="{BB962C8B-B14F-4D97-AF65-F5344CB8AC3E}">
        <p14:creationId xmlns:p14="http://schemas.microsoft.com/office/powerpoint/2010/main" val="1112482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8808-7126-EEDB-6DF7-D7A2AC718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392" y="642964"/>
            <a:ext cx="3355388" cy="723923"/>
          </a:xfrm>
        </p:spPr>
        <p:txBody>
          <a:bodyPr/>
          <a:lstStyle/>
          <a:p>
            <a:r>
              <a:rPr lang="en-US" dirty="0"/>
              <a:t>LEARNINGS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F74EDA-FAEF-B701-AAF8-1388A47BE3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31392" y="1397675"/>
            <a:ext cx="913773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</a:rPr>
              <a:t>Gained practical experience with HTML and CSS.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</a:rPr>
              <a:t>Learned how to create multi-page websites and implement navigation.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</a:rPr>
              <a:t>Understood the usage of semantic and non-semantic HTML elements and advanced CSS properties.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</a:rPr>
              <a:t>Enhanced skills in organizing content for better user experience.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</a:rPr>
              <a:t>Learned how to develop a complete Frontend Website using HTML and CSS Technologies. </a:t>
            </a:r>
          </a:p>
        </p:txBody>
      </p:sp>
    </p:spTree>
    <p:extLst>
      <p:ext uri="{BB962C8B-B14F-4D97-AF65-F5344CB8AC3E}">
        <p14:creationId xmlns:p14="http://schemas.microsoft.com/office/powerpoint/2010/main" val="331733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B319-CDD7-37D0-CC89-6E2BBA29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7" y="633537"/>
            <a:ext cx="8578500" cy="855898"/>
          </a:xfrm>
        </p:spPr>
        <p:txBody>
          <a:bodyPr>
            <a:normAutofit/>
          </a:bodyPr>
          <a:lstStyle/>
          <a:p>
            <a:r>
              <a:rPr lang="en-US" dirty="0"/>
              <a:t>FUTURE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2A84F-7FF6-9E65-F139-69C6EB4C7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7" y="1489435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Future improvements include:</a:t>
            </a:r>
          </a:p>
          <a:p>
            <a:r>
              <a:rPr lang="en-US" dirty="0"/>
              <a:t>User Login </a:t>
            </a:r>
          </a:p>
          <a:p>
            <a:r>
              <a:rPr lang="en-US" dirty="0"/>
              <a:t>Online Booking </a:t>
            </a:r>
          </a:p>
          <a:p>
            <a:r>
              <a:rPr lang="en-US" dirty="0"/>
              <a:t>Payment Gateway </a:t>
            </a:r>
          </a:p>
          <a:p>
            <a:r>
              <a:rPr lang="en-US" dirty="0"/>
              <a:t>Booking History </a:t>
            </a:r>
          </a:p>
          <a:p>
            <a:r>
              <a:rPr lang="en-US" dirty="0"/>
              <a:t>Vehicle Availability </a:t>
            </a:r>
          </a:p>
          <a:p>
            <a:r>
              <a:rPr lang="en-US" dirty="0"/>
              <a:t>Admin Dashboard </a:t>
            </a:r>
          </a:p>
          <a:p>
            <a:r>
              <a:rPr lang="en-US" dirty="0"/>
              <a:t>Customer Reviews </a:t>
            </a:r>
          </a:p>
          <a:p>
            <a:r>
              <a:rPr lang="en-US" dirty="0"/>
              <a:t>Backend Database Integration </a:t>
            </a:r>
          </a:p>
          <a:p>
            <a:r>
              <a:rPr lang="en-US" dirty="0"/>
              <a:t>Email Notifications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38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6F7D-1BAC-AEA2-9E6F-C1F14B64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951" y="661818"/>
            <a:ext cx="3666473" cy="667362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27493D-2F4C-0669-7AC8-F603E935CC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7951" y="1200421"/>
            <a:ext cx="9024611" cy="2805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dirty="0"/>
              <a:t>The Car Rental Management System successfully demonstrates how HTML and CSS can be used to create a professional, responsive, and user-friendly </a:t>
            </a:r>
            <a:r>
              <a:rPr lang="en-US" sz="2400" dirty="0" err="1"/>
              <a:t>website.The</a:t>
            </a:r>
            <a:r>
              <a:rPr lang="en-US" sz="2400" dirty="0"/>
              <a:t> project provides an organized interface for customers to explore rental services while improving frontend development skills.</a:t>
            </a:r>
          </a:p>
          <a:p>
            <a:pPr marL="0" indent="0">
              <a:buNone/>
            </a:pPr>
            <a:r>
              <a:rPr lang="en-US" sz="2400" dirty="0"/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2854108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1A22-3905-6488-BACB-3AB88FCA7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07C1AB7-E0DF-BB66-AC3E-54D20D9EC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by,</a:t>
            </a:r>
          </a:p>
          <a:p>
            <a:r>
              <a:rPr lang="en-US"/>
              <a:t>Jayanarasimha Charyulu Agamam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0567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261</TotalTime>
  <Words>385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Wisp</vt:lpstr>
      <vt:lpstr>Car Rental Management System</vt:lpstr>
      <vt:lpstr>INTRODUCTION</vt:lpstr>
      <vt:lpstr>PROJECT OBJECTIVES </vt:lpstr>
      <vt:lpstr>TECHNOLOGIES USED</vt:lpstr>
      <vt:lpstr>WEBSITE PAGES</vt:lpstr>
      <vt:lpstr>CHALLENGES FACED</vt:lpstr>
      <vt:lpstr>LEARNINGS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Jayanarasimha charyulu Agamam</dc:creator>
  <cp:lastModifiedBy>Jayanarasimha charyulu Agamam</cp:lastModifiedBy>
  <cp:revision>2</cp:revision>
  <dcterms:created xsi:type="dcterms:W3CDTF">2026-06-19T14:26:51Z</dcterms:created>
  <dcterms:modified xsi:type="dcterms:W3CDTF">2026-07-31T16:46:37Z</dcterms:modified>
</cp:coreProperties>
</file>